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887" y="1550789"/>
            <a:ext cx="2943225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3906" y="2112764"/>
            <a:ext cx="9501187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0" i="0" u="none">
                <a:solidFill>
                  <a:srgbClr val="FFFFFF"/>
                </a:solidFill>
                <a:latin typeface="Plus Jakarta Sans ExtraBold"/>
              </a:rPr>
              <a:t>Inventory &amp; Stockout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3611760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 Medium"/>
              </a:rPr>
              <a:t>Data-Driven Demand Forecasting, Safety Stock Optimization &amp; Power BI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79291" y="2611933"/>
            <a:ext cx="483341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92983"/>
            <a:ext cx="7143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A comprehensive analysis addressing supply chain bottlenecks, stockout probabilities, and automated inventory replenishment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0720"/>
            <a:ext cx="5334000" cy="22135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0720"/>
            <a:ext cx="5334000" cy="221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23145"/>
            <a:ext cx="486060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lus Jakarta Sans SemiBold"/>
              </a:rPr>
              <a:t>1. High Stockout Losses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925" y="3423195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925" y="3594645"/>
            <a:ext cx="46291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Unpredictable sales spikes and delayed vendor replenishment lead to stockouts on core SKUs, resulting in immediate revenue loss and customer dissatisfaction.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023145"/>
            <a:ext cx="486060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Plus Jakarta Sans SemiBold"/>
              </a:rPr>
              <a:t>2. Overstock &amp; Holding Costs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38925" y="3423195"/>
            <a:ext cx="46291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925" y="3594645"/>
            <a:ext cx="46291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Maintaining excessive buffer stock across slow-moving categories ties up working capital and inflates warehouse holding and storage expenses.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Operational 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44068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Warehouse Operations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602259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lus Jakarta Sans SemiBold"/>
              </a:rPr>
              <a:t>Proactive Inventory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02309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Modern warehouse management requires real-time visibility across all stocking nodes to eliminate supply disruptions before they impact fulfillment.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77580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Integrating predictive stockout modeling empowers logistics teams to automatically trigger reorders when safety stock levels are breached.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6480"/>
            <a:ext cx="5334000" cy="1962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1662" y="3177480"/>
            <a:ext cx="27336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sz="6750" b="0" i="0" u="none">
                <a:solidFill>
                  <a:srgbClr val="38BDF8"/>
                </a:solidFill>
                <a:latin typeface="Plus Jakarta Sans ExtraBold"/>
              </a:rPr>
              <a:t>18.4%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9300" y="4149030"/>
            <a:ext cx="2438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1F5F9"/>
                </a:solidFill>
                <a:latin typeface="Inter SemiBold"/>
              </a:rPr>
              <a:t>Target Stockout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96480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lus Jakarta Sans SemiBold"/>
              </a:rPr>
              <a:t>Optimizing Buffer 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96530"/>
            <a:ext cx="533400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By implementing dynamic Reorder Point (ROP) algorithms and DAX-driven automated alerts in Power BI, the warehouse minimizes stockout risks while simultaneously lowering carrying costs by 12.5% annually.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Key Metrics &amp; Stockout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3530649" cy="2964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95525"/>
            <a:ext cx="3530649" cy="29640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95525"/>
            <a:ext cx="3530649" cy="29640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0985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337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lus Jakarta Sans SemiBold"/>
              </a:rPr>
              <a:t>Demand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33800"/>
            <a:ext cx="3054399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Analyzing historical daily sales velocity to forecast future demand patterns while factoring in seasonality.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0985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3337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lus Jakarta Sans SemiBold"/>
              </a:rPr>
              <a:t>Reorder Point (ROP)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33800"/>
            <a:ext cx="30543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Calculating exact stock thresholds: (Lead Time Demand + Safety Stock) to initiate automated purchasing.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0985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333750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Plus Jakarta Sans SemiBold"/>
              </a:rPr>
              <a:t>Safety Stock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33800"/>
            <a:ext cx="30543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Statistical safety buffers designed to absorb vendor lead time delays and unexpected demand spikes.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74320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3174" y="2743200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274320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Analytical Pillars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11049000" cy="52083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655790"/>
            <a:ext cx="11049000" cy="510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789140"/>
            <a:ext cx="106680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High demand volatility and extended supplier lead times drive critical stockout risk levels in Electronics and Automotive categories.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655790"/>
            <a:ext cx="38100" cy="5104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Stockout Risk by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3360"/>
            <a:ext cx="11049000" cy="520838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5122515"/>
            <a:ext cx="11049000" cy="510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5255865"/>
            <a:ext cx="106680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Class A inventory represents 70% of revenue generation and requires continuous automated tracking and priority replenishment.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122515"/>
            <a:ext cx="38100" cy="5104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Inventory Classification (ABC)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5967"/>
            <a:ext cx="11049000" cy="25431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15492"/>
          <a:ext cx="11029946" cy="252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2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9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SKU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Daily Demand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Lead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Safety Stock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Reorder 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SKU-1082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Electronics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150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7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350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1,400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SKU-2491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Automotive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90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12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280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1,360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SKU-3104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Apparel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220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5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200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1,300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SKU-4820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Hardware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450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3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300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1,650 units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015555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43732" y="3015555"/>
            <a:ext cx="1745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89635" y="3015555"/>
            <a:ext cx="2036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26497" y="3015555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89205" y="3015555"/>
            <a:ext cx="1912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348" y="3015555"/>
            <a:ext cx="2009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520380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43732" y="3520380"/>
            <a:ext cx="1745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89635" y="3520380"/>
            <a:ext cx="2036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26497" y="3520380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9205" y="3520380"/>
            <a:ext cx="1912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348" y="3520380"/>
            <a:ext cx="2009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025205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43732" y="4025205"/>
            <a:ext cx="1745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89635" y="4025205"/>
            <a:ext cx="2036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6497" y="4025205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9205" y="4025205"/>
            <a:ext cx="1912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01348" y="4025205"/>
            <a:ext cx="2009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1025" y="4530030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43732" y="4530030"/>
            <a:ext cx="17459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89635" y="4530030"/>
            <a:ext cx="20368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26497" y="4530030"/>
            <a:ext cx="16627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89205" y="4530030"/>
            <a:ext cx="1912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348" y="4530030"/>
            <a:ext cx="20096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Safety Stock &amp; Reorder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39505"/>
            <a:ext cx="2541240" cy="1255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50889"/>
            <a:ext cx="2541240" cy="1255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39505"/>
            <a:ext cx="2541240" cy="1255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50889"/>
            <a:ext cx="2541240" cy="12552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5375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339530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Phase 1: 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4805"/>
            <a:ext cx="22173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Handling missing values, outlier detection, and schema preparation in Python.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550914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Phase 2: DAX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46189"/>
            <a:ext cx="22173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Building dynamic DAX measures for Stockout Probability and ROP triggers.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339530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Phase 3: BI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634805"/>
            <a:ext cx="22173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Designing interactive visual dashboards with category and regional slicers.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550914"/>
            <a:ext cx="232825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lus Jakarta Sans SemiBold"/>
              </a:rPr>
              <a:t>Phase 4: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46189"/>
            <a:ext cx="221739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Configuring real-time email alerts and vendor purchase order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Implementation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6395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92315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8234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64154" y="378708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1967805"/>
            <a:ext cx="5029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Real-Time KPI Tracking: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Instant visibility into stock levels, pending orders, and stockout risk percentages.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668785"/>
            <a:ext cx="5029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Predictive Alert System: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Automatically flags SKUs projected to drop below safety stock threshold within 7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69766"/>
            <a:ext cx="5029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Supplier Performance: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Tracks vendor lead-time reliability and delivery variance.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070746"/>
            <a:ext cx="5029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Multi-Dimensional Slicers: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Filter inventory view by warehouse location, SKU tier, or demand velocity.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733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Power BI Dashboard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6855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87835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8816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89796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5" y="4087117"/>
            <a:ext cx="4591050" cy="428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6338" y="2342257"/>
            <a:ext cx="707932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0F172A"/>
                </a:solidFill>
                <a:latin typeface="Plus Jakarta Sans ExtraBold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4025" y="3256657"/>
            <a:ext cx="8743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Thank you for exploring the Warehouse Inventory &amp; Stockout Risk Analytics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00187" y="2997547"/>
            <a:ext cx="9191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3016597"/>
            <a:ext cx="133498" cy="2000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00187" y="3772792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500187" y="3772792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3801367"/>
            <a:ext cx="133498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987" y="314697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00362" y="3140422"/>
            <a:ext cx="77914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https://www.supplychaininforms.com/wp-content/uploads/2026/05/smart-warehouse-automation-driving-logistics-efficiency.webp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0362" y="3386137"/>
            <a:ext cx="7791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www.supplychaininforms.com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987" y="3931741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00362" y="3925192"/>
            <a:ext cx="779145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https://thereportinghub.com/assets/images/Img_What-is-Power-BI-software_.webp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0362" y="4170908"/>
            <a:ext cx="77914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thereportinghub.com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rao</cp:lastModifiedBy>
  <cp:revision>1</cp:revision>
  <dcterms:created xsi:type="dcterms:W3CDTF">2013-01-27T09:14:16Z</dcterms:created>
  <dcterms:modified xsi:type="dcterms:W3CDTF">2026-08-20T17:20:38Z</dcterms:modified>
  <cp:category/>
</cp:coreProperties>
</file>